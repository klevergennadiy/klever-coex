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556500" cy="10693400"/>
  <p:notesSz cx="10693400" cy="7556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талог" id="{c88d2bfc-a2e1-4bf3-ea66-17a1fd256ec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A4_COOL">
    <p:bg>
      <p:bgPr>
        <a:solidFill>
          <a:srgbClr val="F1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carbo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77088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109200"/>
            <a:ext cx="254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Каталог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9300" y="10109200"/>
            <a:ext cx="1270000" cy="127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C_A4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u-horizontal-carbon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77088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109200"/>
            <a:ext cx="254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Каталог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9300" y="10109200"/>
            <a:ext cx="1270000" cy="127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9300" y="10109200"/>
            <a:ext cx="1270000" cy="127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0" y="508000"/>
            <a:ext cx="20193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klevercoex.ru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7556500" cy="6096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img/catalog-cover-cross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143000"/>
            <a:ext cx="7556500" cy="6096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75692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Каталог</a:t>
            </a: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2026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499600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Дроны, наборы и программы для школ, кружков и колледжей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9300" y="10109200"/>
            <a:ext cx="1270000" cy="127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0" y="508000"/>
            <a:ext cx="20193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Наборы для школ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7556500" cy="5080000"/>
          </a:xfrm>
          <a:prstGeom prst="rect">
            <a:avLst/>
          </a:prstGeom>
          <a:solidFill>
            <a:srgbClr val="F1EEEC"/>
          </a:solidFill>
          <a:ln/>
        </p:spPr>
      </p:sp>
      <p:pic>
        <p:nvPicPr>
          <p:cNvPr id="4" name="Image 0" descr="img/klever5-code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363" y="1219200"/>
            <a:ext cx="4451773" cy="447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6350000"/>
            <a:ext cx="508000" cy="177800"/>
          </a:xfrm>
          <a:prstGeom prst="rect">
            <a:avLst/>
          </a:prstGeom>
          <a:solidFill>
            <a:srgbClr val="FF41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63500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Новинка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629400"/>
            <a:ext cx="317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C1C1C"/>
                </a:solidFill>
                <a:latin typeface="Inter Display Light" pitchFamily="34" charset="0"/>
                <a:ea typeface="Inter Display Light" pitchFamily="34" charset="-122"/>
                <a:cs typeface="Inter Display Light" pitchFamily="34" charset="-120"/>
              </a:rPr>
              <a:t>Клевер 5 КОД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3873500" y="6629400"/>
            <a:ext cx="322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6514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Конструктор программируемого квадрокоптера для обучения: от сборки и первых полетов до автономных миссий и инженерных проектов.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7416800"/>
            <a:ext cx="6642100" cy="0"/>
          </a:xfrm>
          <a:prstGeom prst="line">
            <a:avLst/>
          </a:prstGeom>
          <a:noFill/>
          <a:ln w="6350">
            <a:solidFill>
              <a:srgbClr val="D9D3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75438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Масса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76962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 кг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2155825" y="75438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Время полёта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2155825" y="76962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до 15 мин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854450" y="75438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Возраст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854450" y="76962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12+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553075" y="7543800"/>
            <a:ext cx="152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Артикул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5553075" y="769620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COEX-K4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9300" y="10109200"/>
            <a:ext cx="1270000" cy="127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0" y="508000"/>
            <a:ext cx="20193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06965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Клевер 4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19200"/>
            <a:ext cx="2112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Характеристики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2033" y="1219200"/>
          <a:ext cx="4377267" cy="914400"/>
        </p:xfrm>
        <a:graphic>
          <a:graphicData uri="http://schemas.openxmlformats.org/drawingml/2006/table">
            <a:tbl>
              <a:tblPr/>
              <a:tblGrid>
                <a:gridCol w="1969770"/>
                <a:gridCol w="2407497"/>
              </a:tblGrid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Между моторами по диагонали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234 мм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Макс. взлётный вес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 кг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Время полёта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до 15 мин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Полётный контроллер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COEX Pix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Бортовой компьютер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Raspberry Pi 4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Макс. скорость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72 км/ч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Связь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Wi-Fi 2.4 / 5 ГГц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Программирование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Python, ROS, Blockly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6514E"/>
                          </a:solidFill>
                          <a:latin typeface="Inter Display" pitchFamily="34" charset="0"/>
                          <a:ea typeface="Inter Display" pitchFamily="34" charset="-122"/>
                          <a:cs typeface="Inter Display" pitchFamily="34" charset="-120"/>
                        </a:rPr>
                        <a:t>Гарантия</a:t>
                      </a:r>
                      <a:endParaRPr lang="en-US" sz="900" dirty="0">
                        <a:latin typeface="Inter Display" charset="0"/>
                        <a:ea typeface="Inter Display" charset="0"/>
                        <a:cs typeface="Inter Display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Geist Mono" pitchFamily="34" charset="0"/>
                          <a:ea typeface="Geist Mono" pitchFamily="34" charset="-122"/>
                          <a:cs typeface="Geist Mono" pitchFamily="34" charset="-120"/>
                        </a:rPr>
                        <a:t>12 мес.</a:t>
                      </a:r>
                      <a:endParaRPr lang="en-US" sz="900" dirty="0">
                        <a:latin typeface="Geist Mono" charset="0"/>
                        <a:ea typeface="Geist Mono" charset="0"/>
                        <a:cs typeface="Geist Mono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45000"/>
            <a:ext cx="2112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Дополнительно</a:t>
            </a:r>
            <a:endParaRPr lang="en-US" sz="1800" dirty="0"/>
          </a:p>
        </p:txBody>
      </p:sp>
      <p:sp>
        <p:nvSpPr>
          <p:cNvPr id="6" name="Фото — заменить (вылет 3 мм)"/>
          <p:cNvSpPr/>
          <p:nvPr/>
        </p:nvSpPr>
        <p:spPr>
          <a:xfrm>
            <a:off x="2722033" y="4445000"/>
            <a:ext cx="1357489" cy="1357489"/>
          </a:xfrm>
          <a:prstGeom prst="rect">
            <a:avLst/>
          </a:prstGeom>
          <a:solidFill>
            <a:srgbClr val="F1EEEC"/>
          </a:solidFill>
          <a:ln/>
        </p:spPr>
      </p:sp>
      <p:pic>
        <p:nvPicPr>
          <p:cNvPr id="7" name="Image 0" descr="dron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0681" y="4743648"/>
            <a:ext cx="760194" cy="76019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22033" y="5878689"/>
            <a:ext cx="1357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Аккумулятор 3S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2722033" y="6056489"/>
            <a:ext cx="1357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COEX-B3</a:t>
            </a:r>
            <a:endParaRPr lang="en-US" sz="850" dirty="0"/>
          </a:p>
        </p:txBody>
      </p:sp>
      <p:sp>
        <p:nvSpPr>
          <p:cNvPr id="10" name="Фото — заменить (вылет 3 мм)"/>
          <p:cNvSpPr/>
          <p:nvPr/>
        </p:nvSpPr>
        <p:spPr>
          <a:xfrm>
            <a:off x="4231922" y="4445000"/>
            <a:ext cx="1357489" cy="1357489"/>
          </a:xfrm>
          <a:prstGeom prst="rect">
            <a:avLst/>
          </a:prstGeom>
          <a:solidFill>
            <a:srgbClr val="F1EEEC"/>
          </a:solidFill>
          <a:ln/>
        </p:spPr>
      </p:sp>
      <p:pic>
        <p:nvPicPr>
          <p:cNvPr id="11" name="Image 1" descr="dron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570" y="4743648"/>
            <a:ext cx="760194" cy="7601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31922" y="5878689"/>
            <a:ext cx="1357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Защита винтов</a:t>
            </a:r>
            <a:endParaRPr lang="en-US" sz="950" dirty="0"/>
          </a:p>
        </p:txBody>
      </p:sp>
      <p:sp>
        <p:nvSpPr>
          <p:cNvPr id="13" name="Text 8"/>
          <p:cNvSpPr txBox="1"/>
          <p:nvPr/>
        </p:nvSpPr>
        <p:spPr>
          <a:xfrm>
            <a:off x="4231922" y="6056489"/>
            <a:ext cx="1357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COEX-PG4</a:t>
            </a:r>
            <a:endParaRPr lang="en-US" sz="850" dirty="0"/>
          </a:p>
        </p:txBody>
      </p:sp>
      <p:sp>
        <p:nvSpPr>
          <p:cNvPr id="14" name="Фото — заменить (вылет 3 мм)"/>
          <p:cNvSpPr/>
          <p:nvPr/>
        </p:nvSpPr>
        <p:spPr>
          <a:xfrm>
            <a:off x="5741811" y="4445000"/>
            <a:ext cx="1357489" cy="1357489"/>
          </a:xfrm>
          <a:prstGeom prst="rect">
            <a:avLst/>
          </a:prstGeom>
          <a:solidFill>
            <a:srgbClr val="F1EEEC"/>
          </a:solidFill>
          <a:ln/>
        </p:spPr>
      </p:sp>
      <p:pic>
        <p:nvPicPr>
          <p:cNvPr id="15" name="Image 2" descr="drone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459" y="4743648"/>
            <a:ext cx="760194" cy="76019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41811" y="5878689"/>
            <a:ext cx="1357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Inter Display Medium" pitchFamily="34" charset="0"/>
                <a:ea typeface="Inter Display Medium" pitchFamily="34" charset="-122"/>
                <a:cs typeface="Inter Display Medium" pitchFamily="34" charset="-120"/>
              </a:rPr>
              <a:t>Камера</a:t>
            </a:r>
            <a:endParaRPr lang="en-US" sz="950" dirty="0"/>
          </a:p>
        </p:txBody>
      </p:sp>
      <p:sp>
        <p:nvSpPr>
          <p:cNvPr id="17" name="Text 11"/>
          <p:cNvSpPr txBox="1"/>
          <p:nvPr/>
        </p:nvSpPr>
        <p:spPr>
          <a:xfrm>
            <a:off x="5741811" y="6056489"/>
            <a:ext cx="1357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C1C1C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COEX-CAM8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29300" y="10109200"/>
            <a:ext cx="1270000" cy="127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06965"/>
                </a:solidFill>
                <a:latin typeface="Inter Display Medium"/>
                <a:ea typeface="Inter Display Medium"/>
                <a:cs typeface="Inter Display Medium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ever COEX">
  <a:themeElements>
    <a:clrScheme name="Klever COEX">
      <a:dk1>
        <a:srgbClr val="1C1C1C"/>
      </a:dk1>
      <a:lt1>
        <a:srgbClr val="FFFFFF"/>
      </a:lt1>
      <a:dk2>
        <a:srgbClr val="56514E"/>
      </a:dk2>
      <a:lt2>
        <a:srgbClr val="F1EEEC"/>
      </a:lt2>
      <a:accent1>
        <a:srgbClr val="FF4119"/>
      </a:accent1>
      <a:accent2>
        <a:srgbClr val="BFB7B2"/>
      </a:accent2>
      <a:accent3>
        <a:srgbClr val="706965"/>
      </a:accent3>
      <a:accent4>
        <a:srgbClr val="A49C97"/>
      </a:accent4>
      <a:accent5>
        <a:srgbClr val="D9D3D0"/>
      </a:accent5>
      <a:accent6>
        <a:srgbClr val="3E3B39"/>
      </a:accent6>
      <a:hlink>
        <a:srgbClr val="1C1C1C"/>
      </a:hlink>
      <a:folHlink>
        <a:srgbClr val="56514E"/>
      </a:folHlink>
    </a:clrScheme>
    <a:fontScheme name="Klever COEX">
      <a:majorFont>
        <a:latin typeface="Inter Display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 Displ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Клевер COEX — каталог A4</dc:title>
  <dc:subject>PptxGenJS Presentation</dc:subject>
  <dc:creator>PptxGenJS</dc:creator>
  <cp:lastModifiedBy>PptxGenJS</cp:lastModifiedBy>
  <cp:revision>1</cp:revision>
  <dcterms:created xsi:type="dcterms:W3CDTF">2026-10-02T04:56:27Z</dcterms:created>
  <dcterms:modified xsi:type="dcterms:W3CDTF">2026-10-02T04:56:27Z</dcterms:modified>
</cp:coreProperties>
</file>