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блоны" id="{ab6f2673-8406-a381-bc94-4686db7bedf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COOL">
    <p:bg>
      <p:bgPr>
        <a:solidFill>
          <a:srgbClr val="F1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carbo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6350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carbo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6350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CARBON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white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6350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A49C97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ORANGE">
    <p:bg>
      <p:bgPr>
        <a:solidFill>
          <a:srgbClr val="FF4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546100"/>
            <a:ext cx="793496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6350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1C1C1C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Презентация для образовательных организаций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3556000"/>
            <a:ext cx="6455833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2000"/>
              </a:lnSpc>
              <a:buNone/>
            </a:pPr>
            <a:r>
              <a:rPr lang="en-US" sz="5600" spc="-150" kern="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Учим летать и программировать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08000" y="5219700"/>
            <a:ext cx="330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Дроны и программы для школ, кружков и колледжей</a:t>
            </a:r>
            <a:endParaRPr lang="en-US" sz="1600" dirty="0"/>
          </a:p>
        </p:txBody>
      </p:sp>
      <p:sp>
        <p:nvSpPr>
          <p:cNvPr id="5" name="Фото — заменить"/>
          <p:cNvSpPr/>
          <p:nvPr/>
        </p:nvSpPr>
        <p:spPr>
          <a:xfrm>
            <a:off x="7116233" y="1168400"/>
            <a:ext cx="4567767" cy="4876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Заглушка фото" descr="dron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4613" y="2241296"/>
            <a:ext cx="2731008" cy="27310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Раздел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4826000"/>
            <a:ext cx="698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spc="-200" kern="0" dirty="0">
                <a:solidFill>
                  <a:srgbClr val="FFFFFF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Продукты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509000" y="5461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Наборы для уроков, кружков и соревнований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1C1C1C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О компании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456776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Кто мы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08000" y="2120900"/>
            <a:ext cx="4567767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Разрабатываем и производим образовательные дроны в России с 2016 года. Помогаем школам запускать занятия по беспилотникам с первого урока.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35687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3771900"/>
            <a:ext cx="1735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Производство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60267" y="3771900"/>
            <a:ext cx="3623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Собственная разработка электроники и сборка в России.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4394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4597400"/>
            <a:ext cx="1735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Методика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60267" y="4597400"/>
            <a:ext cx="3623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Программы и сценарии уроков для преподавателей без опыта в робототехнике.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2197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5422900"/>
            <a:ext cx="1735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Поддержка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60267" y="5422900"/>
            <a:ext cx="3623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Обучение педагогов, запчасти и сервис по всей стране.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6045200"/>
            <a:ext cx="5511800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Цифры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8343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Клевер в школах России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8000" y="4826000"/>
            <a:ext cx="2679700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8000" y="5029200"/>
            <a:ext cx="267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1 200+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08000" y="5829300"/>
            <a:ext cx="267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образовательных организаций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0100" y="4826000"/>
            <a:ext cx="2679700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40100" y="5029200"/>
            <a:ext cx="267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48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3340100" y="5829300"/>
            <a:ext cx="267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регионов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4826000"/>
            <a:ext cx="2679700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5029200"/>
            <a:ext cx="267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F4119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25 000</a:t>
            </a:r>
            <a:endParaRPr lang="en-US" sz="5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5829300"/>
            <a:ext cx="267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учеников прошли курс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4300" y="4826000"/>
            <a:ext cx="2679700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4300" y="5029200"/>
            <a:ext cx="267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36 ч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9004300" y="5829300"/>
            <a:ext cx="267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9C9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готовой программы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A49C97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Продукты</a:t>
            </a:r>
            <a:endParaRPr lang="en-US" sz="900" dirty="0"/>
          </a:p>
        </p:txBody>
      </p:sp>
      <p:sp>
        <p:nvSpPr>
          <p:cNvPr id="3" name="Фото — заменить"/>
          <p:cNvSpPr/>
          <p:nvPr/>
        </p:nvSpPr>
        <p:spPr>
          <a:xfrm>
            <a:off x="508000" y="1168400"/>
            <a:ext cx="6455833" cy="4876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Заглушка фото" descr="dron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0413" y="2241296"/>
            <a:ext cx="2731008" cy="2731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16233" y="1168400"/>
            <a:ext cx="825500" cy="228600"/>
          </a:xfrm>
          <a:prstGeom prst="roundRect">
            <a:avLst>
              <a:gd name="adj" fmla="val 12000"/>
            </a:avLst>
          </a:prstGeom>
          <a:solidFill>
            <a:srgbClr val="FF41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16233" y="1168400"/>
            <a:ext cx="82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Для школ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116233" y="1600200"/>
            <a:ext cx="456776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Клевер 4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116233" y="2489200"/>
            <a:ext cx="4567767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Конструктор квадрокоптера: ученики собирают, настраивают и программируют дрон на Python.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16233" y="4724400"/>
            <a:ext cx="4567767" cy="0"/>
          </a:xfrm>
          <a:prstGeom prst="line">
            <a:avLst/>
          </a:prstGeom>
          <a:noFill/>
          <a:ln w="9525">
            <a:solidFill>
              <a:srgbClr val="D9D3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16233" y="49276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Масса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116233" y="510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кг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476317" y="49276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Время полёта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476317" y="510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до 15 мин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16233" y="55118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Возраст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116233" y="56896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12+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76317" y="55118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Языки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476317" y="56896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Python, ROS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Клевер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456776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Характеристики</a:t>
            </a:r>
            <a:endParaRPr lang="en-US" sz="4800" dirty="0"/>
          </a:p>
        </p:txBody>
      </p:sp>
      <p:graphicFrame>
        <p:nvGraphicFramePr>
          <p:cNvPr id="7" name="Таблица характеристик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8167" y="1168400"/>
          <a:ext cx="6455833" cy="914400"/>
        </p:xfrm>
        <a:graphic>
          <a:graphicData uri="http://schemas.openxmlformats.org/drawingml/2006/table">
            <a:tbl>
              <a:tblPr/>
              <a:tblGrid>
                <a:gridCol w="2905125"/>
                <a:gridCol w="35507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Между моторами по диагонали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234 мм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Макс. взлётный вес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1 кг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Время полёта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до 15 мин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Полётный контроллер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COEX Pix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Бортовой компьютер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Raspberry Pi 4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Макс. скорость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72 км/ч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Связь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Wi-Fi 2.4 / 5 ГГц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Программирование</a:t>
                      </a:r>
                      <a:endParaRPr lang="en-US" sz="12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Python, ROS, Blockly</a:t>
                      </a:r>
                      <a:endParaRPr lang="en-US" sz="12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Как проходит курс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92879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Три шага к первому полёту</a:t>
            </a:r>
            <a:endParaRPr lang="en-US" sz="4800" dirty="0"/>
          </a:p>
        </p:txBody>
      </p:sp>
      <p:sp>
        <p:nvSpPr>
          <p:cNvPr id="4" name="Фото — заменить"/>
          <p:cNvSpPr/>
          <p:nvPr/>
        </p:nvSpPr>
        <p:spPr>
          <a:xfrm>
            <a:off x="508000" y="2794000"/>
            <a:ext cx="3623733" cy="2286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Заглушка фото" descr="dron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787" y="32969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8000" y="5232400"/>
            <a:ext cx="3623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Сборка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5562600"/>
            <a:ext cx="36237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Ученики собирают дрон из деталей и понимают, как он устроен.</a:t>
            </a:r>
            <a:endParaRPr lang="en-US" sz="1200" dirty="0"/>
          </a:p>
        </p:txBody>
      </p:sp>
      <p:sp>
        <p:nvSpPr>
          <p:cNvPr id="8" name="Фото — заменить"/>
          <p:cNvSpPr/>
          <p:nvPr/>
        </p:nvSpPr>
        <p:spPr>
          <a:xfrm>
            <a:off x="4284133" y="2794000"/>
            <a:ext cx="3623733" cy="2286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Заглушка фото" descr="dron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20" y="3296920"/>
            <a:ext cx="1280160" cy="1280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84133" y="5232400"/>
            <a:ext cx="3623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Пилотирование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284133" y="5562600"/>
            <a:ext cx="36237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Безопасные полёты в классе с защитой винтов и арены.</a:t>
            </a:r>
            <a:endParaRPr lang="en-US" sz="1200" dirty="0"/>
          </a:p>
        </p:txBody>
      </p:sp>
      <p:sp>
        <p:nvSpPr>
          <p:cNvPr id="12" name="Фото — заменить"/>
          <p:cNvSpPr/>
          <p:nvPr/>
        </p:nvSpPr>
        <p:spPr>
          <a:xfrm>
            <a:off x="8060267" y="2794000"/>
            <a:ext cx="3623733" cy="2286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Заглушка фото" descr="drone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053" y="3296920"/>
            <a:ext cx="1280160" cy="12801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60267" y="5232400"/>
            <a:ext cx="3623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Программирование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060267" y="5562600"/>
            <a:ext cx="36237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Автономные миссии на Python: от взлёта до распознавания маркеров.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Отзывы</a:t>
            </a:r>
            <a:endParaRPr lang="en-US" sz="900" dirty="0"/>
          </a:p>
        </p:txBody>
      </p:sp>
      <p:sp>
        <p:nvSpPr>
          <p:cNvPr id="3" name="Портрет — заменить"/>
          <p:cNvSpPr/>
          <p:nvPr/>
        </p:nvSpPr>
        <p:spPr>
          <a:xfrm>
            <a:off x="508000" y="1168400"/>
            <a:ext cx="4567767" cy="4876800"/>
          </a:xfrm>
          <a:prstGeom prst="rect">
            <a:avLst/>
          </a:prstGeom>
          <a:solidFill>
            <a:srgbClr val="E6E2DF"/>
          </a:solidFill>
          <a:ln/>
        </p:spPr>
      </p:sp>
      <p:pic>
        <p:nvPicPr>
          <p:cNvPr id="4" name="Заглушка фото" descr="dron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379" y="2241296"/>
            <a:ext cx="2731008" cy="2731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72200" y="1168400"/>
            <a:ext cx="55118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«Через месяц ребята сами написали программу облёта школьного двора. Раньше я не верил, что это возможно без опыта в робототехнике.»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5461000"/>
            <a:ext cx="551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Алексей Смирнов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5740400"/>
            <a:ext cx="551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Учитель информатики, школа № 000, Казань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74000" y="596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Контакты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168400"/>
            <a:ext cx="7399867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000" spc="-200" kern="0" dirty="0">
                <a:solidFill>
                  <a:srgbClr val="F1EEE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Давайте обсудим ваш класс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08000" y="5334000"/>
            <a:ext cx="3623733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8000" y="5486400"/>
            <a:ext cx="36237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Отдел образования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8000" y="5702300"/>
            <a:ext cx="36237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EE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info@klevercoex.ru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84133" y="5334000"/>
            <a:ext cx="3623733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84133" y="5486400"/>
            <a:ext cx="36237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Телефон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284133" y="5702300"/>
            <a:ext cx="36237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EE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+7 (495) 225-22-52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0267" y="5334000"/>
            <a:ext cx="3623733" cy="0"/>
          </a:xfrm>
          <a:prstGeom prst="line">
            <a:avLst/>
          </a:prstGeom>
          <a:noFill/>
          <a:ln w="9525">
            <a:solidFill>
              <a:srgbClr val="3E3B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0267" y="5486400"/>
            <a:ext cx="36237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49C97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Материалы для партнёров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60267" y="5702300"/>
            <a:ext cx="36237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EE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8000" y="63500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A49C97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ever COEX">
  <a:themeElements>
    <a:clrScheme name="Klever COEX">
      <a:dk1>
        <a:srgbClr val="1C1C1C"/>
      </a:dk1>
      <a:lt1>
        <a:srgbClr val="FFFFFF"/>
      </a:lt1>
      <a:dk2>
        <a:srgbClr val="56514E"/>
      </a:dk2>
      <a:lt2>
        <a:srgbClr val="F1EEEC"/>
      </a:lt2>
      <a:accent1>
        <a:srgbClr val="FF4119"/>
      </a:accent1>
      <a:accent2>
        <a:srgbClr val="BFB7B2"/>
      </a:accent2>
      <a:accent3>
        <a:srgbClr val="706965"/>
      </a:accent3>
      <a:accent4>
        <a:srgbClr val="A49C97"/>
      </a:accent4>
      <a:accent5>
        <a:srgbClr val="D9D3D0"/>
      </a:accent5>
      <a:accent6>
        <a:srgbClr val="3E3B39"/>
      </a:accent6>
      <a:hlink>
        <a:srgbClr val="1C1C1C"/>
      </a:hlink>
      <a:folHlink>
        <a:srgbClr val="56514E"/>
      </a:folHlink>
    </a:clrScheme>
    <a:fontScheme name="Klever COEX">
      <a:majorFont>
        <a:latin typeface="Inter Display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Клевер COEX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Клевер COEX — шаблоны презентаций</dc:title>
  <dc:subject>PptxGenJS Presentation</dc:subject>
  <dc:creator>PptxGenJS</dc:creator>
  <cp:lastModifiedBy>PptxGenJS</cp:lastModifiedBy>
  <cp:revision>1</cp:revision>
  <dcterms:created xsi:type="dcterms:W3CDTF">2026-10-02T04:56:25Z</dcterms:created>
  <dcterms:modified xsi:type="dcterms:W3CDTF">2026-10-02T04:56:25Z</dcterms:modified>
</cp:coreProperties>
</file>